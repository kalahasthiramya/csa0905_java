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5E74F77-1A56-43CD-A8FF-82B4393E1D89}">
          <p14:sldIdLst>
            <p14:sldId id="274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5F6179-1D9A-46BD-A392-F14BC2B209BA}" v="9" dt="2026-08-05T07:57:27.8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Kalahasthi" userId="11dd05ef65c65165" providerId="LiveId" clId="{FE0B57C6-0212-43E9-8B41-40E64AA1D261}"/>
    <pc:docChg chg="undo redo custSel addSld modSld modSection">
      <pc:chgData name="Ramya Kalahasthi" userId="11dd05ef65c65165" providerId="LiveId" clId="{FE0B57C6-0212-43E9-8B41-40E64AA1D261}" dt="2026-08-05T07:57:44.566" v="250" actId="1076"/>
      <pc:docMkLst>
        <pc:docMk/>
      </pc:docMkLst>
      <pc:sldChg chg="modSp mod">
        <pc:chgData name="Ramya Kalahasthi" userId="11dd05ef65c65165" providerId="LiveId" clId="{FE0B57C6-0212-43E9-8B41-40E64AA1D261}" dt="2026-08-05T04:09:52.734" v="109" actId="20577"/>
        <pc:sldMkLst>
          <pc:docMk/>
          <pc:sldMk cId="848923831" sldId="274"/>
        </pc:sldMkLst>
        <pc:spChg chg="mod">
          <ac:chgData name="Ramya Kalahasthi" userId="11dd05ef65c65165" providerId="LiveId" clId="{FE0B57C6-0212-43E9-8B41-40E64AA1D261}" dt="2026-08-05T04:09:52.734" v="109" actId="20577"/>
          <ac:spMkLst>
            <pc:docMk/>
            <pc:sldMk cId="848923831" sldId="274"/>
            <ac:spMk id="3" creationId="{46F6CBED-4704-873D-E5EB-99E7313A9AD1}"/>
          </ac:spMkLst>
        </pc:spChg>
      </pc:sldChg>
      <pc:sldChg chg="modSp mod">
        <pc:chgData name="Ramya Kalahasthi" userId="11dd05ef65c65165" providerId="LiveId" clId="{FE0B57C6-0212-43E9-8B41-40E64AA1D261}" dt="2026-08-05T04:26:56.259" v="127" actId="113"/>
        <pc:sldMkLst>
          <pc:docMk/>
          <pc:sldMk cId="2269830757" sldId="310"/>
        </pc:sldMkLst>
        <pc:spChg chg="mod">
          <ac:chgData name="Ramya Kalahasthi" userId="11dd05ef65c65165" providerId="LiveId" clId="{FE0B57C6-0212-43E9-8B41-40E64AA1D261}" dt="2026-08-05T04:26:56.259" v="127" actId="113"/>
          <ac:spMkLst>
            <pc:docMk/>
            <pc:sldMk cId="2269830757" sldId="310"/>
            <ac:spMk id="11" creationId="{6CEA2414-77A0-B063-EE76-3B3EF66C0D08}"/>
          </ac:spMkLst>
        </pc:spChg>
      </pc:sldChg>
      <pc:sldChg chg="addSp delSp modSp mod">
        <pc:chgData name="Ramya Kalahasthi" userId="11dd05ef65c65165" providerId="LiveId" clId="{FE0B57C6-0212-43E9-8B41-40E64AA1D261}" dt="2026-08-05T06:10:45.931" v="202" actId="1076"/>
        <pc:sldMkLst>
          <pc:docMk/>
          <pc:sldMk cId="2372669419" sldId="312"/>
        </pc:sldMkLst>
        <pc:graphicFrameChg chg="add mod modGraphic">
          <ac:chgData name="Ramya Kalahasthi" userId="11dd05ef65c65165" providerId="LiveId" clId="{FE0B57C6-0212-43E9-8B41-40E64AA1D261}" dt="2026-08-05T06:10:45.931" v="202" actId="1076"/>
          <ac:graphicFrameMkLst>
            <pc:docMk/>
            <pc:sldMk cId="2372669419" sldId="312"/>
            <ac:graphicFrameMk id="2" creationId="{5484258D-2336-362F-02A6-CCA1CC415E57}"/>
          </ac:graphicFrameMkLst>
        </pc:graphicFrameChg>
        <pc:graphicFrameChg chg="del">
          <ac:chgData name="Ramya Kalahasthi" userId="11dd05ef65c65165" providerId="LiveId" clId="{FE0B57C6-0212-43E9-8B41-40E64AA1D261}" dt="2026-08-05T04:29:52.999" v="128" actId="478"/>
          <ac:graphicFrameMkLst>
            <pc:docMk/>
            <pc:sldMk cId="2372669419" sldId="312"/>
            <ac:graphicFrameMk id="8" creationId="{36E25714-99CC-5011-3A2B-6EAE4C24F445}"/>
          </ac:graphicFrameMkLst>
        </pc:graphicFrameChg>
      </pc:sldChg>
      <pc:sldChg chg="addSp modSp mod">
        <pc:chgData name="Ramya Kalahasthi" userId="11dd05ef65c65165" providerId="LiveId" clId="{FE0B57C6-0212-43E9-8B41-40E64AA1D261}" dt="2026-08-05T07:45:37.907" v="221" actId="1076"/>
        <pc:sldMkLst>
          <pc:docMk/>
          <pc:sldMk cId="1009879330" sldId="313"/>
        </pc:sldMkLst>
        <pc:spChg chg="add mod">
          <ac:chgData name="Ramya Kalahasthi" userId="11dd05ef65c65165" providerId="LiveId" clId="{FE0B57C6-0212-43E9-8B41-40E64AA1D261}" dt="2026-08-05T07:45:37.907" v="221" actId="1076"/>
          <ac:spMkLst>
            <pc:docMk/>
            <pc:sldMk cId="1009879330" sldId="313"/>
            <ac:spMk id="3" creationId="{AECD3F24-39F6-AC70-55FD-0A506CE4B0D7}"/>
          </ac:spMkLst>
        </pc:spChg>
        <pc:graphicFrameChg chg="mod modGraphic">
          <ac:chgData name="Ramya Kalahasthi" userId="11dd05ef65c65165" providerId="LiveId" clId="{FE0B57C6-0212-43E9-8B41-40E64AA1D261}" dt="2026-08-05T07:44:12.585" v="206" actId="1076"/>
          <ac:graphicFrameMkLst>
            <pc:docMk/>
            <pc:sldMk cId="1009879330" sldId="313"/>
            <ac:graphicFrameMk id="4" creationId="{26D22DFB-D048-3E8D-E5FC-EF520132E9FE}"/>
          </ac:graphicFrameMkLst>
        </pc:graphicFrameChg>
      </pc:sldChg>
      <pc:sldChg chg="modSp mod">
        <pc:chgData name="Ramya Kalahasthi" userId="11dd05ef65c65165" providerId="LiveId" clId="{FE0B57C6-0212-43E9-8B41-40E64AA1D261}" dt="2026-08-05T07:57:44.566" v="250" actId="1076"/>
        <pc:sldMkLst>
          <pc:docMk/>
          <pc:sldMk cId="531344402" sldId="314"/>
        </pc:sldMkLst>
        <pc:spChg chg="mod">
          <ac:chgData name="Ramya Kalahasthi" userId="11dd05ef65c65165" providerId="LiveId" clId="{FE0B57C6-0212-43E9-8B41-40E64AA1D261}" dt="2026-08-05T07:57:44.566" v="250" actId="1076"/>
          <ac:spMkLst>
            <pc:docMk/>
            <pc:sldMk cId="531344402" sldId="314"/>
            <ac:spMk id="5" creationId="{9BE572BE-204E-E394-BFEB-A399D91C6D75}"/>
          </ac:spMkLst>
        </pc:spChg>
      </pc:sldChg>
      <pc:sldChg chg="addSp delSp modSp new mod">
        <pc:chgData name="Ramya Kalahasthi" userId="11dd05ef65c65165" providerId="LiveId" clId="{FE0B57C6-0212-43E9-8B41-40E64AA1D261}" dt="2026-08-05T04:34:06.383" v="171" actId="14100"/>
        <pc:sldMkLst>
          <pc:docMk/>
          <pc:sldMk cId="4276806999" sldId="315"/>
        </pc:sldMkLst>
        <pc:spChg chg="add del mod">
          <ac:chgData name="Ramya Kalahasthi" userId="11dd05ef65c65165" providerId="LiveId" clId="{FE0B57C6-0212-43E9-8B41-40E64AA1D261}" dt="2026-08-05T04:33:57.212" v="164" actId="22"/>
          <ac:spMkLst>
            <pc:docMk/>
            <pc:sldMk cId="4276806999" sldId="315"/>
            <ac:spMk id="3" creationId="{9FDCD860-9A37-14B9-9368-DE0175B8417A}"/>
          </ac:spMkLst>
        </pc:spChg>
        <pc:spChg chg="add mod">
          <ac:chgData name="Ramya Kalahasthi" userId="11dd05ef65c65165" providerId="LiveId" clId="{FE0B57C6-0212-43E9-8B41-40E64AA1D261}" dt="2026-08-02T14:50:58.162" v="33" actId="1076"/>
          <ac:spMkLst>
            <pc:docMk/>
            <pc:sldMk cId="4276806999" sldId="315"/>
            <ac:spMk id="13" creationId="{E3C98E3D-1447-D335-138E-872F369BDFA1}"/>
          </ac:spMkLst>
        </pc:spChg>
        <pc:picChg chg="add mod">
          <ac:chgData name="Ramya Kalahasthi" userId="11dd05ef65c65165" providerId="LiveId" clId="{FE0B57C6-0212-43E9-8B41-40E64AA1D261}" dt="2026-08-05T04:34:06.383" v="171" actId="14100"/>
          <ac:picMkLst>
            <pc:docMk/>
            <pc:sldMk cId="4276806999" sldId="315"/>
            <ac:picMk id="7" creationId="{0993D988-FFC0-EFEC-5F9A-6AB52D7CBB56}"/>
          </ac:picMkLst>
        </pc:picChg>
        <pc:picChg chg="add">
          <ac:chgData name="Ramya Kalahasthi" userId="11dd05ef65c65165" providerId="LiveId" clId="{FE0B57C6-0212-43E9-8B41-40E64AA1D261}" dt="2026-08-02T14:45:46.823" v="13" actId="22"/>
          <ac:picMkLst>
            <pc:docMk/>
            <pc:sldMk cId="4276806999" sldId="315"/>
            <ac:picMk id="9" creationId="{D61D6541-BE32-606D-2EB6-DC0D5E9DA062}"/>
          </ac:picMkLst>
        </pc:picChg>
        <pc:picChg chg="add">
          <ac:chgData name="Ramya Kalahasthi" userId="11dd05ef65c65165" providerId="LiveId" clId="{FE0B57C6-0212-43E9-8B41-40E64AA1D261}" dt="2026-08-02T14:45:46.823" v="13" actId="22"/>
          <ac:picMkLst>
            <pc:docMk/>
            <pc:sldMk cId="4276806999" sldId="315"/>
            <ac:picMk id="11" creationId="{F1496C22-8472-AAA6-FE5D-141F10C0958D}"/>
          </ac:picMkLst>
        </pc:picChg>
      </pc:sldChg>
      <pc:sldChg chg="addSp delSp modSp new mod">
        <pc:chgData name="Ramya Kalahasthi" userId="11dd05ef65c65165" providerId="LiveId" clId="{FE0B57C6-0212-43E9-8B41-40E64AA1D261}" dt="2026-08-02T14:51:35.925" v="40" actId="113"/>
        <pc:sldMkLst>
          <pc:docMk/>
          <pc:sldMk cId="2102687598" sldId="316"/>
        </pc:sldMkLst>
        <pc:spChg chg="add mod">
          <ac:chgData name="Ramya Kalahasthi" userId="11dd05ef65c65165" providerId="LiveId" clId="{FE0B57C6-0212-43E9-8B41-40E64AA1D261}" dt="2026-08-02T14:50:45.196" v="32" actId="1076"/>
          <ac:spMkLst>
            <pc:docMk/>
            <pc:sldMk cId="2102687598" sldId="316"/>
            <ac:spMk id="5" creationId="{40875845-3E3A-3D95-4379-2FF048709638}"/>
          </ac:spMkLst>
        </pc:spChg>
        <pc:spChg chg="add mod">
          <ac:chgData name="Ramya Kalahasthi" userId="11dd05ef65c65165" providerId="LiveId" clId="{FE0B57C6-0212-43E9-8B41-40E64AA1D261}" dt="2026-08-02T14:51:35.925" v="40" actId="113"/>
          <ac:spMkLst>
            <pc:docMk/>
            <pc:sldMk cId="2102687598" sldId="316"/>
            <ac:spMk id="11" creationId="{3A9B321A-014E-3A4F-3B39-BFE35F944829}"/>
          </ac:spMkLst>
        </pc:spChg>
        <pc:picChg chg="add">
          <ac:chgData name="Ramya Kalahasthi" userId="11dd05ef65c65165" providerId="LiveId" clId="{FE0B57C6-0212-43E9-8B41-40E64AA1D261}" dt="2026-08-02T14:50:37.387" v="31" actId="22"/>
          <ac:picMkLst>
            <pc:docMk/>
            <pc:sldMk cId="2102687598" sldId="316"/>
            <ac:picMk id="7" creationId="{F026C6A2-0A39-9B6A-1EFD-366102D47CA4}"/>
          </ac:picMkLst>
        </pc:picChg>
        <pc:picChg chg="add">
          <ac:chgData name="Ramya Kalahasthi" userId="11dd05ef65c65165" providerId="LiveId" clId="{FE0B57C6-0212-43E9-8B41-40E64AA1D261}" dt="2026-08-02T14:50:37.387" v="31" actId="22"/>
          <ac:picMkLst>
            <pc:docMk/>
            <pc:sldMk cId="2102687598" sldId="316"/>
            <ac:picMk id="9" creationId="{CA85193F-46BE-5EFD-4260-DB8FF00E44AF}"/>
          </ac:picMkLst>
        </pc:picChg>
      </pc:sldChg>
      <pc:sldChg chg="addSp delSp modSp new mod">
        <pc:chgData name="Ramya Kalahasthi" userId="11dd05ef65c65165" providerId="LiveId" clId="{FE0B57C6-0212-43E9-8B41-40E64AA1D261}" dt="2026-08-02T14:55:10.109" v="83" actId="1076"/>
        <pc:sldMkLst>
          <pc:docMk/>
          <pc:sldMk cId="3192956132" sldId="317"/>
        </pc:sldMkLst>
        <pc:spChg chg="add mod">
          <ac:chgData name="Ramya Kalahasthi" userId="11dd05ef65c65165" providerId="LiveId" clId="{FE0B57C6-0212-43E9-8B41-40E64AA1D261}" dt="2026-08-02T14:54:04.284" v="61" actId="1076"/>
          <ac:spMkLst>
            <pc:docMk/>
            <pc:sldMk cId="3192956132" sldId="317"/>
            <ac:spMk id="5" creationId="{43CC690A-C30E-3A9C-6761-CF4A8174C123}"/>
          </ac:spMkLst>
        </pc:spChg>
        <pc:spChg chg="add mod">
          <ac:chgData name="Ramya Kalahasthi" userId="11dd05ef65c65165" providerId="LiveId" clId="{FE0B57C6-0212-43E9-8B41-40E64AA1D261}" dt="2026-08-02T14:55:10.109" v="83" actId="1076"/>
          <ac:spMkLst>
            <pc:docMk/>
            <pc:sldMk cId="3192956132" sldId="317"/>
            <ac:spMk id="11" creationId="{CFF95DE5-E4AB-0F4C-FFBC-A3DB3B710362}"/>
          </ac:spMkLst>
        </pc:spChg>
        <pc:picChg chg="add">
          <ac:chgData name="Ramya Kalahasthi" userId="11dd05ef65c65165" providerId="LiveId" clId="{FE0B57C6-0212-43E9-8B41-40E64AA1D261}" dt="2026-08-02T14:53:45.333" v="54" actId="22"/>
          <ac:picMkLst>
            <pc:docMk/>
            <pc:sldMk cId="3192956132" sldId="317"/>
            <ac:picMk id="7" creationId="{80089644-4918-8877-C778-7E2B1951568D}"/>
          </ac:picMkLst>
        </pc:picChg>
        <pc:picChg chg="add">
          <ac:chgData name="Ramya Kalahasthi" userId="11dd05ef65c65165" providerId="LiveId" clId="{FE0B57C6-0212-43E9-8B41-40E64AA1D261}" dt="2026-08-02T14:53:45.333" v="54" actId="22"/>
          <ac:picMkLst>
            <pc:docMk/>
            <pc:sldMk cId="3192956132" sldId="317"/>
            <ac:picMk id="9" creationId="{E7636AEC-3A84-FADC-6C16-7FED2442D1D1}"/>
          </ac:picMkLst>
        </pc:picChg>
      </pc:sldChg>
      <pc:sldChg chg="addSp delSp modSp new mod">
        <pc:chgData name="Ramya Kalahasthi" userId="11dd05ef65c65165" providerId="LiveId" clId="{FE0B57C6-0212-43E9-8B41-40E64AA1D261}" dt="2026-08-05T06:10:14.643" v="197" actId="20577"/>
        <pc:sldMkLst>
          <pc:docMk/>
          <pc:sldMk cId="2208432613" sldId="318"/>
        </pc:sldMkLst>
        <pc:spChg chg="del">
          <ac:chgData name="Ramya Kalahasthi" userId="11dd05ef65c65165" providerId="LiveId" clId="{FE0B57C6-0212-43E9-8B41-40E64AA1D261}" dt="2026-08-05T06:07:37.791" v="173" actId="478"/>
          <ac:spMkLst>
            <pc:docMk/>
            <pc:sldMk cId="2208432613" sldId="318"/>
            <ac:spMk id="2" creationId="{B24DBEF6-B62F-A88A-4C44-0B147B6BA885}"/>
          </ac:spMkLst>
        </pc:spChg>
        <pc:spChg chg="del">
          <ac:chgData name="Ramya Kalahasthi" userId="11dd05ef65c65165" providerId="LiveId" clId="{FE0B57C6-0212-43E9-8B41-40E64AA1D261}" dt="2026-08-05T06:07:39.765" v="174" actId="478"/>
          <ac:spMkLst>
            <pc:docMk/>
            <pc:sldMk cId="2208432613" sldId="318"/>
            <ac:spMk id="3" creationId="{B66F9A6E-80EC-A2E2-5DD5-A464173EFA5C}"/>
          </ac:spMkLst>
        </pc:spChg>
        <pc:spChg chg="add mod">
          <ac:chgData name="Ramya Kalahasthi" userId="11dd05ef65c65165" providerId="LiveId" clId="{FE0B57C6-0212-43E9-8B41-40E64AA1D261}" dt="2026-08-05T06:10:14.643" v="197" actId="20577"/>
          <ac:spMkLst>
            <pc:docMk/>
            <pc:sldMk cId="2208432613" sldId="318"/>
            <ac:spMk id="6" creationId="{803807DC-0860-5B5D-0478-3211F60437DB}"/>
          </ac:spMkLst>
        </pc:spChg>
        <pc:graphicFrameChg chg="add mod modGraphic">
          <ac:chgData name="Ramya Kalahasthi" userId="11dd05ef65c65165" providerId="LiveId" clId="{FE0B57C6-0212-43E9-8B41-40E64AA1D261}" dt="2026-08-05T06:08:27.363" v="181" actId="1076"/>
          <ac:graphicFrameMkLst>
            <pc:docMk/>
            <pc:sldMk cId="2208432613" sldId="318"/>
            <ac:graphicFrameMk id="4" creationId="{6E0A7FBC-D724-202A-7A0F-7D287FD305C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2C09B-E972-4080-8890-842FEDD1ECAF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B956C-8DA6-486D-A534-7AFEE9D58B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547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B23A-60E0-63A6-D8EF-8EB23C222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8CCA0-82A0-33E8-6242-624AF212A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9530C-8F44-535E-E344-E0F48273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6820-110C-2683-527F-4667459C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01819-1CC4-51DA-4503-BE5911E4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69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3993-C5CC-DA05-F05A-E1FA91D8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97FB2-F2D1-CE99-CC13-710C635E1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5DBCA-550D-F887-FB88-A837DE86D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6BA3F-5702-FCC5-5753-D0EC25408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DC34E-7DEF-74EF-CE96-C0DB09B2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535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A1B51-DDF5-B628-B409-6FC4DF7F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60271-EC97-6429-4A41-D5BB936C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B3033-46A6-0B0C-528A-472DDDAF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6FBBF-1357-6E84-B1D4-AA30FDEB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6E1F4-AB94-6D45-4560-E209660D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625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509C-331D-A5F1-47CA-37D676A6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EF8AA-F5D2-7885-ACCF-D6B22EBD6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7CB68-A193-1264-1EF9-9C9093856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2A903-8E6C-9685-0B88-E0B5C94B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7EB76-9EAE-40A3-AA48-CC92C6EA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FC004-8A3C-300B-C21F-580B8B36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31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B3DD-83DD-9F91-4311-EE3D9ECB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6E7A9-4C9A-9497-206C-D1C670EDD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652DD-CAD2-D605-126C-B3B6F92BC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EF10B-4F6C-5175-4624-31B2B2A63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65B36-A633-99E4-99C8-3D649C17E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C3671-007A-9F0E-7B89-B87670F3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BCC8B-0AAA-3916-B1FD-F82149CF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78DC20-347E-ED3D-6DEB-B4CE5580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37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F717-FC08-F1A7-5F18-1154E69D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D0CC7-2235-9893-BDA4-B86DB9E15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FE5B8-CD55-E710-7054-6616EC07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EA6FC-9117-5443-23AF-5EEEDD9D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164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725AAA-273A-E473-2092-7C20B4926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34F17-0AD5-FDBF-A4EC-7C95174B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DD8DB-548D-F242-2EF2-47BD38F4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72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C1F2-B5FF-65AF-79E7-6BC7D8B8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CE94A-8E78-432D-4CCC-5B9A637D7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3B5EA-9EAA-8EA1-F94B-BD253AE9D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A031-EEE5-CCB4-5680-EF5F1F53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C61A5-5C95-42B5-9A2E-2A51541F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DD39-6B8B-4FE3-A8C8-FFD62A64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55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55EFA-7B3D-7437-7239-249D9FC7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01E020-0D34-503E-4EE1-1D0AE25D6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70D4A-6EF2-D483-A796-F6E9A9775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698DD-B65F-DC65-7E02-3ACDBB064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2654D-BA57-90DD-CAA9-0A9251D6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8D270-A8A4-1021-BB90-2C0823A7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197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60CF-D4BA-46DE-E10B-FC06861E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7493F-D173-1290-2928-3417875D2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9B62B-E4E6-1A81-6E27-653F1A8D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95647-1C99-E16D-FBA6-7FF826FF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D4279-DCB0-37D5-2169-452610F4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216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37DAE-62BD-E336-4BE5-38EF4D1DE1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647E5-3994-8602-79BA-218528678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5751C-6BB7-1AAB-5C46-F46429F7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08FC2-62A9-4E69-F317-CA979B00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051B6-88BD-C715-B849-1AF75F348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94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739180-C284-447E-B105-36E20708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884FF-C8F6-EDD8-A1FC-85CEE8BC7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A9532-5D87-F120-0491-616FAC571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CE17B-F296-47A7-8AF7-7D29DE3990A2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17932-62A0-ED4E-52CA-EE3FFCDAB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635BC-731E-DC55-86E2-9091076A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5E826-F399-43B3-BD90-83470A90FE9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96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F6CBED-4704-873D-E5EB-99E7313A9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3235" y="4937301"/>
            <a:ext cx="5517552" cy="827882"/>
          </a:xfrm>
        </p:spPr>
        <p:txBody>
          <a:bodyPr>
            <a:normAutofit fontScale="62500" lnSpcReduction="2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Y.Parveen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(192325150)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G.Deevena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(192311391)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K.Ramya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(192311149)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43F3E5C4-23E6-21DA-46D2-C5594E3A26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23866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491BDC64-70B2-1958-AED1-599958B8C6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EBFDD-E6F1-C265-2AC6-15805EEB176D}"/>
              </a:ext>
            </a:extLst>
          </p:cNvPr>
          <p:cNvSpPr txBox="1"/>
          <p:nvPr/>
        </p:nvSpPr>
        <p:spPr>
          <a:xfrm>
            <a:off x="294968" y="4937301"/>
            <a:ext cx="42278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Sivasankar 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D88B5-B319-0A3F-529F-175A42CBDBF8}"/>
              </a:ext>
            </a:extLst>
          </p:cNvPr>
          <p:cNvSpPr txBox="1"/>
          <p:nvPr/>
        </p:nvSpPr>
        <p:spPr>
          <a:xfrm>
            <a:off x="2772696" y="3130106"/>
            <a:ext cx="66466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CSA0905 – Programming In Java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FC3F7BD-D3C8-3622-A452-0BA72155D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048" y="1713230"/>
            <a:ext cx="8889047" cy="92259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NGO Donation and Volunteer Management Platform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92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07622E22-B483-8930-FAAF-00C62DF278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23866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0813520B-9515-F02D-57C5-96F8EA553F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3A1011-B68B-A59E-6AFA-FC8146378BA3}"/>
              </a:ext>
            </a:extLst>
          </p:cNvPr>
          <p:cNvSpPr txBox="1"/>
          <p:nvPr/>
        </p:nvSpPr>
        <p:spPr>
          <a:xfrm>
            <a:off x="513715" y="2003348"/>
            <a:ext cx="11164570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NGOs often rely on manual records and spreadsheets, making donation and volunteer management inefficient.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 and volunteer information is scattered, leading to data duplication and tracking difficulties.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makes it difficult for donors to monitor how their contributions are utilized.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Volunteer coordination is time-consuming, with manual task assignment and attendance tracking.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reports and measuring project impact requires significant manual effort and delays decision-making.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centralized platform is needed to automate operations, improve transparency, and enhance donor and volunteer engagement.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B77FFB-FF89-8791-F3F9-05E3CE7F3330}"/>
              </a:ext>
            </a:extLst>
          </p:cNvPr>
          <p:cNvSpPr txBox="1"/>
          <p:nvPr/>
        </p:nvSpPr>
        <p:spPr>
          <a:xfrm>
            <a:off x="3524864" y="633174"/>
            <a:ext cx="51422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</a:p>
        </p:txBody>
      </p:sp>
    </p:spTree>
    <p:extLst>
      <p:ext uri="{BB962C8B-B14F-4D97-AF65-F5344CB8AC3E}">
        <p14:creationId xmlns:p14="http://schemas.microsoft.com/office/powerpoint/2010/main" val="208057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8208BFAB-976C-6D55-C89C-382BEC08DD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23866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A8261733-B1A5-2A3A-4518-5CD7E454BF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EA2414-77A0-B063-EE76-3B3EF66C0D08}"/>
              </a:ext>
            </a:extLst>
          </p:cNvPr>
          <p:cNvSpPr txBox="1"/>
          <p:nvPr/>
        </p:nvSpPr>
        <p:spPr>
          <a:xfrm>
            <a:off x="513715" y="1885751"/>
            <a:ext cx="11164570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NGOs face challenges in managing donor, volunteer, and campaign data due to manual and fragmented processes.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indicate that many NGOs still depend on spreadsheets and paper-based records, resulting in errors, duplicate entries, and delays in reporting.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lack integration, making it difficult to track donations, volunteer participation, and project progress from a single platform.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transparency and reporting reduce donor confidence and make it harder for NGOs to demonstrate the impact of contributions.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Volunteer coordination is inefficient, with manual scheduling, communication, and attendance tracking.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platform provides a centralized, automated solution that improves efficiency, transparency, accountability, and overall NGO performance.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1575C-6124-E41C-02EA-F177C51EB672}"/>
              </a:ext>
            </a:extLst>
          </p:cNvPr>
          <p:cNvSpPr txBox="1"/>
          <p:nvPr/>
        </p:nvSpPr>
        <p:spPr>
          <a:xfrm>
            <a:off x="3524864" y="633174"/>
            <a:ext cx="51422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26983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55919F96-E698-7526-D81C-6BF6139048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23866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6DA23BDC-8B2E-942B-3F7B-CC5E36A457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A0CEC7-B96D-88E3-7A59-D5CD5B1B1BAD}"/>
              </a:ext>
            </a:extLst>
          </p:cNvPr>
          <p:cNvSpPr txBox="1"/>
          <p:nvPr/>
        </p:nvSpPr>
        <p:spPr>
          <a:xfrm>
            <a:off x="513715" y="2162360"/>
            <a:ext cx="11164570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 Develop a smart web-based platform to efficiently manage NGO donations, volunteers, and impact reporting.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donor management by maintaining donor profiles, tracking donations, and generating digital receipts.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volunteer coordination through online registration, task assignment, event scheduling, and attendance tracking.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dashboards and reports to monitor donations, volunteer activities, and project impact.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transparency and accountability by enabling secure data management and clear fund utilization reports.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Scope: Covers donor management, volunteer coordination, and impact analytics for NGOs through a centralized digital platform.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31884-D91B-DF5B-DAE3-3F3A978CA25B}"/>
              </a:ext>
            </a:extLst>
          </p:cNvPr>
          <p:cNvSpPr txBox="1"/>
          <p:nvPr/>
        </p:nvSpPr>
        <p:spPr>
          <a:xfrm>
            <a:off x="3524864" y="633174"/>
            <a:ext cx="51422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54640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2F237FC3-503B-1A98-049C-3252278052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23866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6777E2F0-9D5B-914C-0D63-71F7C81976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EEB4E3-06F6-52A9-351C-5E2A50BA706A}"/>
              </a:ext>
            </a:extLst>
          </p:cNvPr>
          <p:cNvSpPr txBox="1"/>
          <p:nvPr/>
        </p:nvSpPr>
        <p:spPr>
          <a:xfrm>
            <a:off x="3524864" y="633174"/>
            <a:ext cx="51422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5DE6CC-2ADF-8E6A-E3AC-FBC2391BF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173267"/>
              </p:ext>
            </p:extLst>
          </p:nvPr>
        </p:nvGraphicFramePr>
        <p:xfrm>
          <a:off x="513715" y="1778739"/>
          <a:ext cx="6742491" cy="4840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04513">
                  <a:extLst>
                    <a:ext uri="{9D8B030D-6E8A-4147-A177-3AD203B41FA5}">
                      <a16:colId xmlns:a16="http://schemas.microsoft.com/office/drawing/2014/main" val="1314557489"/>
                    </a:ext>
                  </a:extLst>
                </a:gridCol>
                <a:gridCol w="1945322">
                  <a:extLst>
                    <a:ext uri="{9D8B030D-6E8A-4147-A177-3AD203B41FA5}">
                      <a16:colId xmlns:a16="http://schemas.microsoft.com/office/drawing/2014/main" val="2695361366"/>
                    </a:ext>
                  </a:extLst>
                </a:gridCol>
                <a:gridCol w="2199709">
                  <a:extLst>
                    <a:ext uri="{9D8B030D-6E8A-4147-A177-3AD203B41FA5}">
                      <a16:colId xmlns:a16="http://schemas.microsoft.com/office/drawing/2014/main" val="3488323642"/>
                    </a:ext>
                  </a:extLst>
                </a:gridCol>
                <a:gridCol w="1892947">
                  <a:extLst>
                    <a:ext uri="{9D8B030D-6E8A-4147-A177-3AD203B41FA5}">
                      <a16:colId xmlns:a16="http://schemas.microsoft.com/office/drawing/2014/main" val="2001176650"/>
                    </a:ext>
                  </a:extLst>
                </a:gridCol>
              </a:tblGrid>
              <a:tr h="255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164133863"/>
                  </a:ext>
                </a:extLst>
              </a:tr>
              <a:tr h="71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Volunteer Management: A Data Mining Approach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data-driven framework to improve volunteer retention and management using predictive analytics.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only on volunteer management; does not address donation management.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691294999"/>
                  </a:ext>
                </a:extLst>
              </a:tr>
              <a:tr h="87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Mobile-Driven Social Impact: An Android Platform for NGO Donation and Volunteer Management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mobile application integrating donation and volunteer management.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reporting and impact analytics features.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845723261"/>
                  </a:ext>
                </a:extLst>
              </a:tr>
              <a:tr h="80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Volunteer Management in Nonprofit Organizations: A Bibliometric Analysis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global research trends and identified best practices in volunteer management.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only; no implementation of an integrated management system.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153608237"/>
                  </a:ext>
                </a:extLst>
              </a:tr>
              <a:tr h="87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Effects of Volunteer Management and Personality on Quality of Life and Intention to Donate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Examined how volunteer management influences satisfaction and donation intentions.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</a:t>
                      </a:r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analysis rather than system development.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4087525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6361883-DFA5-2425-7B3B-BF5AF7D7C7C5}"/>
              </a:ext>
            </a:extLst>
          </p:cNvPr>
          <p:cNvSpPr txBox="1"/>
          <p:nvPr/>
        </p:nvSpPr>
        <p:spPr>
          <a:xfrm>
            <a:off x="7538904" y="1778739"/>
            <a:ext cx="4139381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:</a:t>
            </a:r>
          </a:p>
          <a:p>
            <a:pPr algn="just">
              <a:buNone/>
            </a:pPr>
            <a:endParaRPr lang="en-I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primarily focus on either donation management or volunteer management, but not both together.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lack a centralized dashboard for monitoring donations, volunteers, and project impact.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real-time analytics, transparency, and fund utilization tracking.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project integrates donor management, volunteer coordination, and impact analytics into a single smart platform.</a:t>
            </a:r>
          </a:p>
        </p:txBody>
      </p:sp>
    </p:spTree>
    <p:extLst>
      <p:ext uri="{BB962C8B-B14F-4D97-AF65-F5344CB8AC3E}">
        <p14:creationId xmlns:p14="http://schemas.microsoft.com/office/powerpoint/2010/main" val="237266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89864711-A0ED-F2BB-FE72-15D4C97341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23866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62;p1">
            <a:extLst>
              <a:ext uri="{FF2B5EF4-FFF2-40B4-BE49-F238E27FC236}">
                <a16:creationId xmlns:a16="http://schemas.microsoft.com/office/drawing/2014/main" id="{E27CEAA3-2789-49BD-9931-6EFE158A6C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8ED4E3-D70F-2D6D-8141-16138E0B417C}"/>
              </a:ext>
            </a:extLst>
          </p:cNvPr>
          <p:cNvSpPr txBox="1"/>
          <p:nvPr/>
        </p:nvSpPr>
        <p:spPr>
          <a:xfrm>
            <a:off x="2730909" y="617785"/>
            <a:ext cx="67301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D7330F-A076-AF30-5126-3478D5701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015651"/>
              </p:ext>
            </p:extLst>
          </p:nvPr>
        </p:nvGraphicFramePr>
        <p:xfrm>
          <a:off x="513715" y="1833979"/>
          <a:ext cx="6250857" cy="47853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3619">
                  <a:extLst>
                    <a:ext uri="{9D8B030D-6E8A-4147-A177-3AD203B41FA5}">
                      <a16:colId xmlns:a16="http://schemas.microsoft.com/office/drawing/2014/main" val="2346547749"/>
                    </a:ext>
                  </a:extLst>
                </a:gridCol>
                <a:gridCol w="2083619">
                  <a:extLst>
                    <a:ext uri="{9D8B030D-6E8A-4147-A177-3AD203B41FA5}">
                      <a16:colId xmlns:a16="http://schemas.microsoft.com/office/drawing/2014/main" val="1858571508"/>
                    </a:ext>
                  </a:extLst>
                </a:gridCol>
                <a:gridCol w="2083619">
                  <a:extLst>
                    <a:ext uri="{9D8B030D-6E8A-4147-A177-3AD203B41FA5}">
                      <a16:colId xmlns:a16="http://schemas.microsoft.com/office/drawing/2014/main" val="2941533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050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Donor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donation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 donor profile and donation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0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Volunteer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scheduling and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registration, task assignment, and attendance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55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Separate/manual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195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or manual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dashboard with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111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fund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Transparent donation and fund utilization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705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or unavailable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email/SMS notifications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78654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D1112F7-E887-6A25-1FC8-650FCFA5D980}"/>
              </a:ext>
            </a:extLst>
          </p:cNvPr>
          <p:cNvSpPr txBox="1"/>
          <p:nvPr/>
        </p:nvSpPr>
        <p:spPr>
          <a:xfrm>
            <a:off x="6912078" y="1687502"/>
            <a:ext cx="468015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 for managing donors, volunteers, and NGO operations.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donation and volunteer management, reducing paperwork and manual errors.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analytics to improve transparency, accountability, and decision-making.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donor management, volunteer coordination, and impact dashboard in one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real-time impact tracking with transparent fund utilization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donor and volunteer engagement through automated communication and task management.</a:t>
            </a:r>
          </a:p>
        </p:txBody>
      </p:sp>
    </p:spTree>
    <p:extLst>
      <p:ext uri="{BB962C8B-B14F-4D97-AF65-F5344CB8AC3E}">
        <p14:creationId xmlns:p14="http://schemas.microsoft.com/office/powerpoint/2010/main" val="1009879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E572BE-204E-E394-BFEB-A399D91C6D75}"/>
              </a:ext>
            </a:extLst>
          </p:cNvPr>
          <p:cNvSpPr txBox="1"/>
          <p:nvPr/>
        </p:nvSpPr>
        <p:spPr>
          <a:xfrm>
            <a:off x="481779" y="2105925"/>
            <a:ext cx="11228440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Donor registration, donation management, volunteer registration, task assignment, and impact dashboard.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Security, scalability, reliability, user-friendly interface, and fast response time.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JavaScript, Bootstrap/React.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(Django/Flask) or PHP (Laravel).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for storing donor, volunteer, and campaign data.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APIs/Tools: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Gateway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/Stripe), Email/SMS Notification API, and Chart.js for analytics.</a:t>
            </a:r>
          </a:p>
        </p:txBody>
      </p:sp>
      <p:pic>
        <p:nvPicPr>
          <p:cNvPr id="7" name="Google Shape;161;p1">
            <a:extLst>
              <a:ext uri="{FF2B5EF4-FFF2-40B4-BE49-F238E27FC236}">
                <a16:creationId xmlns:a16="http://schemas.microsoft.com/office/drawing/2014/main" id="{A64657D1-78D6-1B66-9EE6-1509AD7E07B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23866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2;p1">
            <a:extLst>
              <a:ext uri="{FF2B5EF4-FFF2-40B4-BE49-F238E27FC236}">
                <a16:creationId xmlns:a16="http://schemas.microsoft.com/office/drawing/2014/main" id="{BB84CBFA-0352-094F-FFE0-9E7D664EDA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1FDFC9-F945-45B7-B911-D209D124330B}"/>
              </a:ext>
            </a:extLst>
          </p:cNvPr>
          <p:cNvSpPr txBox="1"/>
          <p:nvPr/>
        </p:nvSpPr>
        <p:spPr>
          <a:xfrm>
            <a:off x="2730909" y="633174"/>
            <a:ext cx="67301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531344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61;p1">
            <a:extLst>
              <a:ext uri="{FF2B5EF4-FFF2-40B4-BE49-F238E27FC236}">
                <a16:creationId xmlns:a16="http://schemas.microsoft.com/office/drawing/2014/main" id="{D61D6541-BE32-606D-2EB6-DC0D5E9DA0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23866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62;p1">
            <a:extLst>
              <a:ext uri="{FF2B5EF4-FFF2-40B4-BE49-F238E27FC236}">
                <a16:creationId xmlns:a16="http://schemas.microsoft.com/office/drawing/2014/main" id="{F1496C22-8472-AAA6-FE5D-141F10C095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C98E3D-1447-D335-138E-872F369BDFA1}"/>
              </a:ext>
            </a:extLst>
          </p:cNvPr>
          <p:cNvSpPr txBox="1"/>
          <p:nvPr/>
        </p:nvSpPr>
        <p:spPr>
          <a:xfrm>
            <a:off x="2730908" y="633174"/>
            <a:ext cx="67301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DF83CD-62DE-9165-1CBA-881B88FE6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045" y="1263316"/>
            <a:ext cx="8259099" cy="29973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6A7D58-47DE-11FF-1E3A-728776757502}"/>
              </a:ext>
            </a:extLst>
          </p:cNvPr>
          <p:cNvSpPr txBox="1"/>
          <p:nvPr/>
        </p:nvSpPr>
        <p:spPr>
          <a:xfrm>
            <a:off x="513715" y="4336795"/>
            <a:ext cx="5769098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register and log in to the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Donors make donations and volunteers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activities.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manages campaigns, donations, and volunteer assignments.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securely in the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generates real-time reports and impact analytics.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5368B-82E0-98F8-CC4C-B0EB5482B027}"/>
              </a:ext>
            </a:extLst>
          </p:cNvPr>
          <p:cNvSpPr txBox="1"/>
          <p:nvPr/>
        </p:nvSpPr>
        <p:spPr>
          <a:xfrm>
            <a:off x="6449962" y="4331488"/>
            <a:ext cx="5464298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 Management: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donor registration, donations, and receipts.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Volunteer Coordination: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volunteer registration, task allocation, and attendance.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Dashboard: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donation statistics, volunteer activities, and project reports.</a:t>
            </a:r>
          </a:p>
        </p:txBody>
      </p:sp>
    </p:spTree>
    <p:extLst>
      <p:ext uri="{BB962C8B-B14F-4D97-AF65-F5344CB8AC3E}">
        <p14:creationId xmlns:p14="http://schemas.microsoft.com/office/powerpoint/2010/main" val="4276806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1;p1">
            <a:extLst>
              <a:ext uri="{FF2B5EF4-FFF2-40B4-BE49-F238E27FC236}">
                <a16:creationId xmlns:a16="http://schemas.microsoft.com/office/drawing/2014/main" id="{F026C6A2-0A39-9B6A-1EFD-366102D47C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23866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2;p1">
            <a:extLst>
              <a:ext uri="{FF2B5EF4-FFF2-40B4-BE49-F238E27FC236}">
                <a16:creationId xmlns:a16="http://schemas.microsoft.com/office/drawing/2014/main" id="{CA85193F-46BE-5EFD-4260-DB8FF00E44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9B321A-014E-3A4F-3B39-BFE35F944829}"/>
              </a:ext>
            </a:extLst>
          </p:cNvPr>
          <p:cNvSpPr txBox="1"/>
          <p:nvPr/>
        </p:nvSpPr>
        <p:spPr>
          <a:xfrm>
            <a:off x="2730908" y="633174"/>
            <a:ext cx="67301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ED50E-8C8B-7AEF-7BE3-620CD0AC62F3}"/>
              </a:ext>
            </a:extLst>
          </p:cNvPr>
          <p:cNvSpPr txBox="1"/>
          <p:nvPr/>
        </p:nvSpPr>
        <p:spPr>
          <a:xfrm>
            <a:off x="513715" y="1826708"/>
            <a:ext cx="55822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Structure (WBS)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and Literature Survey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(Architecture, Database, UI)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(Donor, Volunteer, Dashboard Modules)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Bug Fixing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Deployment, Documentation, and Presentation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0C9B83-236B-5C2F-7CF4-375A85D81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311707"/>
              </p:ext>
            </p:extLst>
          </p:nvPr>
        </p:nvGraphicFramePr>
        <p:xfrm>
          <a:off x="513713" y="3996402"/>
          <a:ext cx="5582285" cy="222842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42977">
                  <a:extLst>
                    <a:ext uri="{9D8B030D-6E8A-4147-A177-3AD203B41FA5}">
                      <a16:colId xmlns:a16="http://schemas.microsoft.com/office/drawing/2014/main" val="1316179576"/>
                    </a:ext>
                  </a:extLst>
                </a:gridCol>
                <a:gridCol w="2339308">
                  <a:extLst>
                    <a:ext uri="{9D8B030D-6E8A-4147-A177-3AD203B41FA5}">
                      <a16:colId xmlns:a16="http://schemas.microsoft.com/office/drawing/2014/main" val="1872710636"/>
                    </a:ext>
                  </a:extLst>
                </a:gridCol>
              </a:tblGrid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320130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Planning &amp;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1–2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099943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067869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4–7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238986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254276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 &amp;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2407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492D67D-FDB5-9393-ADC6-4429971AE838}"/>
              </a:ext>
            </a:extLst>
          </p:cNvPr>
          <p:cNvSpPr txBox="1"/>
          <p:nvPr/>
        </p:nvSpPr>
        <p:spPr>
          <a:xfrm>
            <a:off x="6978467" y="1826708"/>
            <a:ext cx="46998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finalized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modules developed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completed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deployment and project submission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in development due to changing requirements.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and privacy concerns.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issues with payment/notification APIs.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Mitigation: Regular testing, secure authentication, and backup mechanisms.</a:t>
            </a:r>
          </a:p>
        </p:txBody>
      </p:sp>
    </p:spTree>
    <p:extLst>
      <p:ext uri="{BB962C8B-B14F-4D97-AF65-F5344CB8AC3E}">
        <p14:creationId xmlns:p14="http://schemas.microsoft.com/office/powerpoint/2010/main" val="2102687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1;p1">
            <a:extLst>
              <a:ext uri="{FF2B5EF4-FFF2-40B4-BE49-F238E27FC236}">
                <a16:creationId xmlns:a16="http://schemas.microsoft.com/office/drawing/2014/main" id="{80089644-4918-8877-C778-7E2B1951568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715" y="23866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2;p1">
            <a:extLst>
              <a:ext uri="{FF2B5EF4-FFF2-40B4-BE49-F238E27FC236}">
                <a16:creationId xmlns:a16="http://schemas.microsoft.com/office/drawing/2014/main" id="{E7636AEC-3A84-FADC-6C16-7FED2442D1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8095" y="23866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F95DE5-E4AB-0F4C-FFBC-A3DB3B710362}"/>
              </a:ext>
            </a:extLst>
          </p:cNvPr>
          <p:cNvSpPr txBox="1"/>
          <p:nvPr/>
        </p:nvSpPr>
        <p:spPr>
          <a:xfrm>
            <a:off x="2730909" y="633174"/>
            <a:ext cx="67301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914A4-ED43-FD44-7024-7863AEE55D1E}"/>
              </a:ext>
            </a:extLst>
          </p:cNvPr>
          <p:cNvSpPr txBox="1"/>
          <p:nvPr/>
        </p:nvSpPr>
        <p:spPr>
          <a:xfrm>
            <a:off x="513715" y="1925029"/>
            <a:ext cx="49456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NGO Donation and Volunteer Management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 Management, Volunteer Coordination, and Impact Dashboard modules.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documentation, database, and source code.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98EA3-DDE7-928F-779B-03302F4B0B00}"/>
              </a:ext>
            </a:extLst>
          </p:cNvPr>
          <p:cNvSpPr txBox="1"/>
          <p:nvPr/>
        </p:nvSpPr>
        <p:spPr>
          <a:xfrm>
            <a:off x="6104766" y="1925029"/>
            <a:ext cx="55735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donation and volunteer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transparency, accountability, and operational efficiency.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monitoring and reporting for better decision-making.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375768-5743-9F36-B63A-B427939B1CAB}"/>
              </a:ext>
            </a:extLst>
          </p:cNvPr>
          <p:cNvSpPr txBox="1"/>
          <p:nvPr/>
        </p:nvSpPr>
        <p:spPr>
          <a:xfrm>
            <a:off x="513715" y="4123112"/>
            <a:ext cx="111645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(IEEE)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Smith and A. Brown, “Volunteer Management: A Data Mining Approach,”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Voluntas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36, no. 2, pp. 245–260, 2025.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Restrepo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“Volunteer Management in Non-Profit Organizations: Experience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Huellas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Foundation in Medellín, Colombia,”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Sciences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3, Art. 77, 2025.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Kumar and R. Patel, “Mobile-Driven Social Impact: An Android Platform for NGO Donation and Volunteer Management,”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Emerging Technologies and Innovative Research (JETIR)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4, pp. 540–548, 2025.</a:t>
            </a:r>
          </a:p>
        </p:txBody>
      </p:sp>
    </p:spTree>
    <p:extLst>
      <p:ext uri="{BB962C8B-B14F-4D97-AF65-F5344CB8AC3E}">
        <p14:creationId xmlns:p14="http://schemas.microsoft.com/office/powerpoint/2010/main" val="3192956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 you slide Images - Free Download on Magnific (formerly Freepik)">
            <a:extLst>
              <a:ext uri="{FF2B5EF4-FFF2-40B4-BE49-F238E27FC236}">
                <a16:creationId xmlns:a16="http://schemas.microsoft.com/office/drawing/2014/main" id="{E3646DDC-9D2F-1B22-7348-942E2E6B5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275" y="1214437"/>
            <a:ext cx="626745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63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1201</Words>
  <Application>Microsoft Office PowerPoint</Application>
  <PresentationFormat>Widescreen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Smart NGO Donation and Volunteer Management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 C</dc:creator>
  <cp:lastModifiedBy>Ramya Kalahasthi</cp:lastModifiedBy>
  <cp:revision>31</cp:revision>
  <dcterms:created xsi:type="dcterms:W3CDTF">2025-08-10T15:31:50Z</dcterms:created>
  <dcterms:modified xsi:type="dcterms:W3CDTF">2026-08-06T17:46:19Z</dcterms:modified>
</cp:coreProperties>
</file>